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9"/>
  </p:notesMasterIdLst>
  <p:sldIdLst>
    <p:sldId id="256" r:id="rId2"/>
    <p:sldId id="262" r:id="rId3"/>
    <p:sldId id="271" r:id="rId4"/>
    <p:sldId id="263" r:id="rId5"/>
    <p:sldId id="282" r:id="rId6"/>
    <p:sldId id="281" r:id="rId7"/>
    <p:sldId id="28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7339F8-C9E7-48DC-8A6A-B2D7CCA0CD56}" v="3" dt="2026-07-15T09:18:31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M" userId="91b727d2bed6c659" providerId="LiveId" clId="{E1C9E743-D478-4B79-91C6-0A23B373188C}"/>
    <pc:docChg chg="undo custSel addSld delSld modSld">
      <pc:chgData name="Monika M" userId="91b727d2bed6c659" providerId="LiveId" clId="{E1C9E743-D478-4B79-91C6-0A23B373188C}" dt="2026-07-15T09:18:51.498" v="899" actId="47"/>
      <pc:docMkLst>
        <pc:docMk/>
      </pc:docMkLst>
      <pc:sldChg chg="addSp delSp modSp mod">
        <pc:chgData name="Monika M" userId="91b727d2bed6c659" providerId="LiveId" clId="{E1C9E743-D478-4B79-91C6-0A23B373188C}" dt="2026-07-15T09:11:31.112" v="819" actId="20577"/>
        <pc:sldMkLst>
          <pc:docMk/>
          <pc:sldMk cId="0" sldId="256"/>
        </pc:sldMkLst>
        <pc:spChg chg="mod">
          <ac:chgData name="Monika M" userId="91b727d2bed6c659" providerId="LiveId" clId="{E1C9E743-D478-4B79-91C6-0A23B373188C}" dt="2026-07-15T09:11:31.112" v="81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onika M" userId="91b727d2bed6c659" providerId="LiveId" clId="{E1C9E743-D478-4B79-91C6-0A23B373188C}" dt="2026-06-24T04:42:01.955" v="65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nika M" userId="91b727d2bed6c659" providerId="LiveId" clId="{E1C9E743-D478-4B79-91C6-0A23B373188C}" dt="2026-07-15T09:10:33.131" v="739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Monika M" userId="91b727d2bed6c659" providerId="LiveId" clId="{E1C9E743-D478-4B79-91C6-0A23B373188C}" dt="2026-07-15T09:11:19.483" v="798" actId="1076"/>
          <ac:spMkLst>
            <pc:docMk/>
            <pc:sldMk cId="0" sldId="256"/>
            <ac:spMk id="10" creationId="{6DC3D5ED-EE62-F39D-25D1-CD9C6ACD4805}"/>
          </ac:spMkLst>
        </pc:spChg>
        <pc:picChg chg="add mod">
          <ac:chgData name="Monika M" userId="91b727d2bed6c659" providerId="LiveId" clId="{E1C9E743-D478-4B79-91C6-0A23B373188C}" dt="2026-06-24T04:41:44.120" v="650" actId="14100"/>
          <ac:picMkLst>
            <pc:docMk/>
            <pc:sldMk cId="0" sldId="256"/>
            <ac:picMk id="2" creationId="{19D2F7DE-1DFC-C00F-A146-8F8D33A92B41}"/>
          </ac:picMkLst>
        </pc:picChg>
      </pc:sldChg>
      <pc:sldChg chg="addSp delSp modSp mod">
        <pc:chgData name="Monika M" userId="91b727d2bed6c659" providerId="LiveId" clId="{E1C9E743-D478-4B79-91C6-0A23B373188C}" dt="2026-07-15T09:18:39.494" v="897" actId="1076"/>
        <pc:sldMkLst>
          <pc:docMk/>
          <pc:sldMk cId="0" sldId="262"/>
        </pc:sldMkLst>
        <pc:spChg chg="add mod">
          <ac:chgData name="Monika M" userId="91b727d2bed6c659" providerId="LiveId" clId="{E1C9E743-D478-4B79-91C6-0A23B373188C}" dt="2026-07-15T09:18:39.494" v="897" actId="1076"/>
          <ac:spMkLst>
            <pc:docMk/>
            <pc:sldMk cId="0" sldId="262"/>
            <ac:spMk id="3" creationId="{1E8DA930-24E4-739B-3CA1-B8A37BDFBFEC}"/>
          </ac:spMkLst>
        </pc:spChg>
        <pc:spChg chg="add del mod">
          <ac:chgData name="Monika M" userId="91b727d2bed6c659" providerId="LiveId" clId="{E1C9E743-D478-4B79-91C6-0A23B373188C}" dt="2026-07-15T09:12:50.305" v="834"/>
          <ac:spMkLst>
            <pc:docMk/>
            <pc:sldMk cId="0" sldId="262"/>
            <ac:spMk id="4" creationId="{32378ABE-4EED-E1F5-E362-A794D522D278}"/>
          </ac:spMkLst>
        </pc:spChg>
        <pc:spChg chg="mod">
          <ac:chgData name="Monika M" userId="91b727d2bed6c659" providerId="LiveId" clId="{E1C9E743-D478-4B79-91C6-0A23B373188C}" dt="2026-06-23T15:37:11.834" v="278" actId="20577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5:22.064" v="862" actId="1076"/>
        <pc:sldMkLst>
          <pc:docMk/>
          <pc:sldMk cId="0" sldId="263"/>
        </pc:sldMkLst>
        <pc:spChg chg="add mod">
          <ac:chgData name="Monika M" userId="91b727d2bed6c659" providerId="LiveId" clId="{E1C9E743-D478-4B79-91C6-0A23B373188C}" dt="2026-07-15T09:15:22.064" v="862" actId="1076"/>
          <ac:spMkLst>
            <pc:docMk/>
            <pc:sldMk cId="0" sldId="263"/>
            <ac:spMk id="3" creationId="{4D2CD40F-5DB0-2134-6D19-A8887B526663}"/>
          </ac:spMkLst>
        </pc:spChg>
        <pc:spChg chg="del mod">
          <ac:chgData name="Monika M" userId="91b727d2bed6c659" providerId="LiveId" clId="{E1C9E743-D478-4B79-91C6-0A23B373188C}" dt="2026-07-15T09:14:29.692" v="849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Monika M" userId="91b727d2bed6c659" providerId="LiveId" clId="{E1C9E743-D478-4B79-91C6-0A23B373188C}" dt="2026-07-15T09:14:24.294" v="847" actId="478"/>
          <ac:spMkLst>
            <pc:docMk/>
            <pc:sldMk cId="0" sldId="263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8:13.414" v="894" actId="1076"/>
        <pc:sldMkLst>
          <pc:docMk/>
          <pc:sldMk cId="0" sldId="271"/>
        </pc:sldMkLst>
        <pc:spChg chg="add del mod">
          <ac:chgData name="Monika M" userId="91b727d2bed6c659" providerId="LiveId" clId="{E1C9E743-D478-4B79-91C6-0A23B373188C}" dt="2026-07-15T09:12:58.003" v="836" actId="478"/>
          <ac:spMkLst>
            <pc:docMk/>
            <pc:sldMk cId="0" sldId="271"/>
            <ac:spMk id="3" creationId="{796018E0-B678-392D-85F6-3861862CBF84}"/>
          </ac:spMkLst>
        </pc:spChg>
        <pc:spChg chg="add mod">
          <ac:chgData name="Monika M" userId="91b727d2bed6c659" providerId="LiveId" clId="{E1C9E743-D478-4B79-91C6-0A23B373188C}" dt="2026-07-15T09:18:13.414" v="894" actId="1076"/>
          <ac:spMkLst>
            <pc:docMk/>
            <pc:sldMk cId="0" sldId="271"/>
            <ac:spMk id="4" creationId="{FE3F27B3-4A02-4692-5FD0-5F7B554A3E58}"/>
          </ac:spMkLst>
        </pc:spChg>
        <pc:spChg chg="del mod">
          <ac:chgData name="Monika M" userId="91b727d2bed6c659" providerId="LiveId" clId="{E1C9E743-D478-4B79-91C6-0A23B373188C}" dt="2026-07-15T09:13:00.096" v="837" actId="478"/>
          <ac:spMkLst>
            <pc:docMk/>
            <pc:sldMk cId="0" sldId="271"/>
            <ac:spMk id="7" creationId="{00000000-0000-0000-0000-000000000000}"/>
          </ac:spMkLst>
        </pc:spChg>
        <pc:spChg chg="mod">
          <ac:chgData name="Monika M" userId="91b727d2bed6c659" providerId="LiveId" clId="{E1C9E743-D478-4B79-91C6-0A23B373188C}" dt="2026-06-23T15:46:20.407" v="356" actId="20577"/>
          <ac:spMkLst>
            <pc:docMk/>
            <pc:sldMk cId="0" sldId="271"/>
            <ac:spMk id="8" creationId="{00000000-0000-0000-0000-000000000000}"/>
          </ac:spMkLst>
        </pc:spChg>
      </pc:sldChg>
      <pc:sldChg chg="addSp delSp modSp del mod">
        <pc:chgData name="Monika M" userId="91b727d2bed6c659" providerId="LiveId" clId="{E1C9E743-D478-4B79-91C6-0A23B373188C}" dt="2026-07-15T09:18:48.715" v="898" actId="47"/>
        <pc:sldMkLst>
          <pc:docMk/>
          <pc:sldMk cId="0" sldId="272"/>
        </pc:sldMkLst>
        <pc:spChg chg="mod">
          <ac:chgData name="Monika M" userId="91b727d2bed6c659" providerId="LiveId" clId="{E1C9E743-D478-4B79-91C6-0A23B373188C}" dt="2026-06-23T16:10:47.174" v="515" actId="5793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Monika M" userId="91b727d2bed6c659" providerId="LiveId" clId="{E1C9E743-D478-4B79-91C6-0A23B373188C}" dt="2026-06-23T16:15:07.023" v="540" actId="14100"/>
          <ac:spMkLst>
            <pc:docMk/>
            <pc:sldMk cId="0" sldId="272"/>
            <ac:spMk id="9" creationId="{E3CB163F-5AB5-F092-3B26-013368A88007}"/>
          </ac:spMkLst>
        </pc:spChg>
        <pc:picChg chg="add mod">
          <ac:chgData name="Monika M" userId="91b727d2bed6c659" providerId="LiveId" clId="{E1C9E743-D478-4B79-91C6-0A23B373188C}" dt="2026-06-23T16:20:16.239" v="583" actId="14100"/>
          <ac:picMkLst>
            <pc:docMk/>
            <pc:sldMk cId="0" sldId="272"/>
            <ac:picMk id="12" creationId="{FDD32DAB-5E56-A4D8-A10F-195646C72B04}"/>
          </ac:picMkLst>
        </pc:picChg>
      </pc:sldChg>
      <pc:sldChg chg="addSp delSp modSp del mod">
        <pc:chgData name="Monika M" userId="91b727d2bed6c659" providerId="LiveId" clId="{E1C9E743-D478-4B79-91C6-0A23B373188C}" dt="2026-07-15T09:18:51.498" v="899" actId="47"/>
        <pc:sldMkLst>
          <pc:docMk/>
          <pc:sldMk cId="1867152009" sldId="277"/>
        </pc:sldMkLst>
        <pc:spChg chg="add mod">
          <ac:chgData name="Monika M" userId="91b727d2bed6c659" providerId="LiveId" clId="{E1C9E743-D478-4B79-91C6-0A23B373188C}" dt="2026-06-23T16:24:57.574" v="618" actId="12"/>
          <ac:spMkLst>
            <pc:docMk/>
            <pc:sldMk cId="1867152009" sldId="277"/>
            <ac:spMk id="3" creationId="{0B03CC4C-40B9-05A0-C8ED-CD662CCF25E1}"/>
          </ac:spMkLst>
        </pc:spChg>
        <pc:spChg chg="add mod">
          <ac:chgData name="Monika M" userId="91b727d2bed6c659" providerId="LiveId" clId="{E1C9E743-D478-4B79-91C6-0A23B373188C}" dt="2026-06-23T16:23:41.700" v="608" actId="14100"/>
          <ac:spMkLst>
            <pc:docMk/>
            <pc:sldMk cId="1867152009" sldId="277"/>
            <ac:spMk id="4" creationId="{E1FE4AE1-0EB0-E903-E29D-C342ED697C82}"/>
          </ac:spMkLst>
        </pc:spChg>
      </pc:sldChg>
      <pc:sldChg chg="addSp delSp modSp mod">
        <pc:chgData name="Monika M" userId="91b727d2bed6c659" providerId="LiveId" clId="{E1C9E743-D478-4B79-91C6-0A23B373188C}" dt="2026-07-15T09:18:00.022" v="893" actId="1076"/>
        <pc:sldMkLst>
          <pc:docMk/>
          <pc:sldMk cId="0" sldId="281"/>
        </pc:sldMkLst>
        <pc:spChg chg="add del mod">
          <ac:chgData name="Monika M" userId="91b727d2bed6c659" providerId="LiveId" clId="{E1C9E743-D478-4B79-91C6-0A23B373188C}" dt="2026-07-15T09:16:57.135" v="881" actId="478"/>
          <ac:spMkLst>
            <pc:docMk/>
            <pc:sldMk cId="0" sldId="281"/>
            <ac:spMk id="2" creationId="{C75ADB59-6675-329E-2526-314E8363E0AE}"/>
          </ac:spMkLst>
        </pc:spChg>
        <pc:spChg chg="add mod">
          <ac:chgData name="Monika M" userId="91b727d2bed6c659" providerId="LiveId" clId="{E1C9E743-D478-4B79-91C6-0A23B373188C}" dt="2026-07-15T09:18:00.022" v="893" actId="1076"/>
          <ac:spMkLst>
            <pc:docMk/>
            <pc:sldMk cId="0" sldId="281"/>
            <ac:spMk id="4" creationId="{36FB4EE5-5119-3C7B-D745-C1050C0AFFCA}"/>
          </ac:spMkLst>
        </pc:spChg>
        <pc:spChg chg="mod">
          <ac:chgData name="Monika M" userId="91b727d2bed6c659" providerId="LiveId" clId="{E1C9E743-D478-4B79-91C6-0A23B373188C}" dt="2026-07-15T09:17:04.728" v="883" actId="20577"/>
          <ac:spMkLst>
            <pc:docMk/>
            <pc:sldMk cId="0" sldId="281"/>
            <ac:spMk id="8" creationId="{00000000-0000-0000-0000-000000000000}"/>
          </ac:spMkLst>
        </pc:spChg>
      </pc:sldChg>
      <pc:sldChg chg="addSp delSp modSp mod">
        <pc:chgData name="Monika M" userId="91b727d2bed6c659" providerId="LiveId" clId="{E1C9E743-D478-4B79-91C6-0A23B373188C}" dt="2026-07-15T09:16:50.763" v="879" actId="1076"/>
        <pc:sldMkLst>
          <pc:docMk/>
          <pc:sldMk cId="951313994" sldId="282"/>
        </pc:sldMkLst>
        <pc:spChg chg="add del mod">
          <ac:chgData name="Monika M" userId="91b727d2bed6c659" providerId="LiveId" clId="{E1C9E743-D478-4B79-91C6-0A23B373188C}" dt="2026-07-15T09:15:50.912" v="867" actId="478"/>
          <ac:spMkLst>
            <pc:docMk/>
            <pc:sldMk cId="951313994" sldId="282"/>
            <ac:spMk id="2" creationId="{A9203971-A941-A20B-C7A1-77B87AC2505E}"/>
          </ac:spMkLst>
        </pc:spChg>
        <pc:spChg chg="add del mod">
          <ac:chgData name="Monika M" userId="91b727d2bed6c659" providerId="LiveId" clId="{E1C9E743-D478-4B79-91C6-0A23B373188C}" dt="2026-07-15T09:15:50.914" v="869"/>
          <ac:spMkLst>
            <pc:docMk/>
            <pc:sldMk cId="951313994" sldId="282"/>
            <ac:spMk id="3" creationId="{6D322D46-BE59-C183-7820-6E41FD0678CF}"/>
          </ac:spMkLst>
        </pc:spChg>
        <pc:spChg chg="add mod">
          <ac:chgData name="Monika M" userId="91b727d2bed6c659" providerId="LiveId" clId="{E1C9E743-D478-4B79-91C6-0A23B373188C}" dt="2026-07-15T09:16:50.763" v="879" actId="1076"/>
          <ac:spMkLst>
            <pc:docMk/>
            <pc:sldMk cId="951313994" sldId="282"/>
            <ac:spMk id="7" creationId="{4343B945-2010-87B8-D2C9-D80548FE0874}"/>
          </ac:spMkLst>
        </pc:spChg>
        <pc:spChg chg="mod">
          <ac:chgData name="Monika M" userId="91b727d2bed6c659" providerId="LiveId" clId="{E1C9E743-D478-4B79-91C6-0A23B373188C}" dt="2026-06-23T16:00:55.494" v="420" actId="20577"/>
          <ac:spMkLst>
            <pc:docMk/>
            <pc:sldMk cId="951313994" sldId="282"/>
            <ac:spMk id="8" creationId="{00000000-0000-0000-0000-000000000000}"/>
          </ac:spMkLst>
        </pc:spChg>
      </pc:sldChg>
      <pc:sldChg chg="modSp new mod">
        <pc:chgData name="Monika M" userId="91b727d2bed6c659" providerId="LiveId" clId="{E1C9E743-D478-4B79-91C6-0A23B373188C}" dt="2026-07-15T09:18:31.921" v="896"/>
        <pc:sldMkLst>
          <pc:docMk/>
          <pc:sldMk cId="1222763915" sldId="283"/>
        </pc:sldMkLst>
        <pc:spChg chg="mod">
          <ac:chgData name="Monika M" userId="91b727d2bed6c659" providerId="LiveId" clId="{E1C9E743-D478-4B79-91C6-0A23B373188C}" dt="2026-06-23T16:27:46.337" v="637" actId="14100"/>
          <ac:spMkLst>
            <pc:docMk/>
            <pc:sldMk cId="1222763915" sldId="283"/>
            <ac:spMk id="2" creationId="{DE949987-5701-35EE-D24E-49E266831DC3}"/>
          </ac:spMkLst>
        </pc:spChg>
        <pc:spChg chg="mod">
          <ac:chgData name="Monika M" userId="91b727d2bed6c659" providerId="LiveId" clId="{E1C9E743-D478-4B79-91C6-0A23B373188C}" dt="2026-07-15T09:18:31.921" v="896"/>
          <ac:spMkLst>
            <pc:docMk/>
            <pc:sldMk cId="1222763915" sldId="283"/>
            <ac:spMk id="3" creationId="{49B7E436-B3F0-C4D1-B862-93139DEC88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773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17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545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872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29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566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052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003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219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521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0287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71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491342" y="4608067"/>
            <a:ext cx="4682512" cy="1969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Monika .M (192521435)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170633" y="1677974"/>
            <a:ext cx="9293290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sz="4000" b="1" dirty="0">
                <a:solidFill>
                  <a:schemeClr val="accent4">
                    <a:lumMod val="75000"/>
                  </a:schemeClr>
                </a:solidFill>
                <a:latin typeface="Sitka Heading" pitchFamily="2" charset="0"/>
                <a:cs typeface="Times New Roman" panose="02020603050405020304" pitchFamily="18" charset="0"/>
                <a:sym typeface="+mn-ea"/>
              </a:rPr>
              <a:t>Satellite Internet Communication using OSI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1701" y="2874558"/>
            <a:ext cx="90711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Sitka Heading" pitchFamily="2" charset="0"/>
              </a:rPr>
              <a:t> Technical presentation in Computer Networks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3D5ED-EE62-F39D-25D1-CD9C6ACD4805}"/>
              </a:ext>
            </a:extLst>
          </p:cNvPr>
          <p:cNvSpPr txBox="1"/>
          <p:nvPr/>
        </p:nvSpPr>
        <p:spPr>
          <a:xfrm>
            <a:off x="3983323" y="3795173"/>
            <a:ext cx="742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CSA0704 – Computer Networks</a:t>
            </a:r>
          </a:p>
        </p:txBody>
      </p:sp>
      <p:pic>
        <p:nvPicPr>
          <p:cNvPr id="2" name="Picture 1" descr="Saveetha Institute of Medical and Technical Sciences Engineering Fests,  Symposiums in Chennai from June 2026 Technical, Cultural, Management,  Sports, Conferences, Seminars">
            <a:extLst>
              <a:ext uri="{FF2B5EF4-FFF2-40B4-BE49-F238E27FC236}">
                <a16:creationId xmlns:a16="http://schemas.microsoft.com/office/drawing/2014/main" id="{19D2F7DE-1DFC-C00F-A146-8F8D33A92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280876"/>
            <a:ext cx="11374734" cy="981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497234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DA930-24E4-739B-3CA1-B8A37BDFBFEC}"/>
              </a:ext>
            </a:extLst>
          </p:cNvPr>
          <p:cNvSpPr txBox="1"/>
          <p:nvPr/>
        </p:nvSpPr>
        <p:spPr>
          <a:xfrm>
            <a:off x="1214299" y="1746348"/>
            <a:ext cx="952583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Introduction to Satellite Internet &amp; OSI Model</a:t>
            </a:r>
          </a:p>
          <a:p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connects remote/ground terminals to the internet via satellites (GEO, MEO, LEO)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model: 7-layer framework describing how data moves from application to physical transmission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understand how each OSI layer functions specifically in a satellite communication context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416552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F27B3-4A02-4692-5FD0-5F7B554A3E58}"/>
              </a:ext>
            </a:extLst>
          </p:cNvPr>
          <p:cNvSpPr txBox="1"/>
          <p:nvPr/>
        </p:nvSpPr>
        <p:spPr>
          <a:xfrm>
            <a:off x="1576705" y="2029632"/>
            <a:ext cx="10068448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 &amp; 2 – Physical and Data Link Layer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 transmission over C, Ku, Ka, V-band; modulation (QPSK, 8PSK, 16APSK); Forward Error Correction (LDPC/BCH); propagation delay (~240-280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one-way for GEO)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Framing (DVB-S2/S2X); Multiple access methods (TDMA/FDMA/MF-TDMA); Error detection (CRC); ARQ for retransmission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2CD40F-5DB0-2134-6D19-A8887B526663}"/>
              </a:ext>
            </a:extLst>
          </p:cNvPr>
          <p:cNvSpPr txBox="1"/>
          <p:nvPr/>
        </p:nvSpPr>
        <p:spPr>
          <a:xfrm>
            <a:off x="1225899" y="2025506"/>
            <a:ext cx="9284621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3 &amp; 4 – Network and Transport Layer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routing between ground terminal, satellite, and gateway; addressing and path selection to reach the internet backbone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TCP/UDP protocols; TCP performance tuning for high latency/loss (larger windows, Performance Enhancing Proxies - PEPs)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70443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228601" y="1559716"/>
            <a:ext cx="11591364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200000"/>
              </a:lnSpc>
              <a:buFont typeface="Symbol" panose="05050102010706020507" pitchFamily="18" charset="2"/>
              <a:buChar char="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3B945-2010-87B8-D2C9-D80548FE0874}"/>
              </a:ext>
            </a:extLst>
          </p:cNvPr>
          <p:cNvSpPr txBox="1"/>
          <p:nvPr/>
        </p:nvSpPr>
        <p:spPr>
          <a:xfrm>
            <a:off x="1205801" y="2029632"/>
            <a:ext cx="9123903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5, 6 &amp; 7 – Session, Presentation and Application Layer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Establishes, manages, and terminates communication sessions between devices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encryption (TLS/SSL), compression, format translation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End-user services — web browsing, email, video streaming, VoIP, DNS</a:t>
            </a:r>
          </a:p>
        </p:txBody>
      </p:sp>
    </p:spTree>
    <p:extLst>
      <p:ext uri="{BB962C8B-B14F-4D97-AF65-F5344CB8AC3E}">
        <p14:creationId xmlns:p14="http://schemas.microsoft.com/office/powerpoint/2010/main" val="95131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796158" y="1630056"/>
            <a:ext cx="10151347" cy="39266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IN" b="1" dirty="0"/>
          </a:p>
          <a:p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B4EE5-5119-3C7B-D745-C1050C0AFFCA}"/>
              </a:ext>
            </a:extLst>
          </p:cNvPr>
          <p:cNvSpPr txBox="1"/>
          <p:nvPr/>
        </p:nvSpPr>
        <p:spPr>
          <a:xfrm>
            <a:off x="1979526" y="2066335"/>
            <a:ext cx="9053565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Conclusion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 high latency (~550-700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round trip for GEO), Doppler shift (LEO constellations), rain fade (especially Ka-band), signal attenuation over long distances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Every OSI layer is adapted to handle the unique challenges of satellite communication — distance, delay, and dynamic geometry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9987-5701-35EE-D24E-49E26683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8"/>
            <a:ext cx="10201239" cy="1626315"/>
          </a:xfrm>
        </p:spPr>
        <p:txBody>
          <a:bodyPr/>
          <a:lstStyle/>
          <a:p>
            <a:r>
              <a:rPr lang="en-IN" dirty="0"/>
              <a:t>THANKYOU!!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7E436-B3F0-C4D1-B862-93139DEC8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763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</TotalTime>
  <Words>330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Sitka Heading</vt:lpstr>
      <vt:lpstr>Symbol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Aditya Krishnan</dc:creator>
  <cp:lastModifiedBy>Monika M</cp:lastModifiedBy>
  <cp:revision>9</cp:revision>
  <dcterms:created xsi:type="dcterms:W3CDTF">2025-08-29T15:51:00Z</dcterms:created>
  <dcterms:modified xsi:type="dcterms:W3CDTF">2026-07-15T09:18:56Z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D9133F1595F54B998684E3E29B4E4D05_12</vt:lpwstr>
  </property>
  <property fmtid="{D5CDD505-2E9C-101B-9397-08002B2CF9AE}" pid="3" name="KSOProductBuildVer">
    <vt:lpwstr>1033-12.2.0.23155</vt:lpwstr>
  </property>
</Properties>
</file>